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for the team: we're not measuring whether the diagrams look right — we're asking what the model is doing internally. The whole project is about reading the model's 'mind' while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reason the project is feasible here and not on a generic chatbot. We built a render-free grader + ground-truth extractor before touching any activations.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and probe are offline/cheap once done. Patch is the causal gold standard. We staged it so each step only mattered if the prior one passed 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remember one thing: layers = the time-axis of the model's thinking. A fact appearing only in later layers means the model computed it, didn't just copy it from the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was a constant constraint (memory, disk) — we engineered around it. The 32B is 4-bit, which matters for one caveat later (quantization).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Easiest win to communicate. Pure capability. Unaffected by any of the internal-probe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+0.37 'lift over naming' is crucial: midpoints are often named M, so we control for that. The signal beyond naming is the real representation. This survived our bug fix (next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Patching is a separate method from the probes, so it's untouched by the leakage issue. It's a modest 'uses the stated value' result, but it's genuinely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as a strength, not an embarrassment: an external review found a real flaw, we fixed it, re-ran, and kept only what held. That's how the process is supposed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reframes the negative result usefully: it's a data-design lesson, not a dead end. The fix is concrete and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infrastructure is built and verified; next iterations are mostly data + compute, not new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for the team: the model demonstrably represents WHAT KIND of geometric object each point is and uses stated values; whether it holds a precise spatial map is still open, bottlenecked by prompt diversity — and our pipeline is ready to answer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Does an LLM build an internal map of geometry?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9D6EC"/>
                </a:solidFill>
              </a:rPr>
              <a:t>Mechanistic interpretability of the geometry-diagram generator  ·  Qwen2.5 7B &amp; 32B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FB2D4"/>
                </a:solidFill>
              </a:rPr>
              <a:t>What the model represents internally when it constructs a figure — and how we tested it honestly.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When the model draws a figure, does it 'understand' the geometry — and where?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An LLM is matrix math on token vectors. When it writes 'M = midpoint of A,B', is it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manipulating symbols, or has it built an internal representation of the space?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If it has a representation: WHERE in its layers does it form, and is it in a usable form?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This is 'mechanistic interpretability' — opening the model up, not just judging its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WHY OUR SETUP IS 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Our pipeline gives ground truth for free — a rare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Most LLM interpretability has no answer key (what's the 'correct' internal state for an essay?).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Our generator compiles every construction to exact geometry (SymPy): coordinates, angles, relations.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So for every token the model writes, we KNOW the true geometric fact it should encode.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That answer key is what makes 'decode the geometry from the activations' even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Three steps: capture the model's internal state, decode it, then test causally.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CAPTURE — run the model, photograph its internal vectors at every layer, for each token.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PROBE — train a simple linear readout: can we recover a geometric fact from those vectors?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PATCH — swap an internal vector between near-identical prompts; does the output change?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Probe = 'is the info there?'  Patch = 'does the model actually use it?'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KEY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'residual stream': a token's vector is a workspace that each layer rewrites.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 token starts as just its word; it flows up through ~28 layers, each ADDING an edit.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ATTENTION is where tokens exchange info — 'M' pulls in 'A' and 'B' to compute their midpoint.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So a fact that combines tokens (a midpoint, a position) CAN'T exist at layer 0 — it's built with depth.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We keep the probe LINEAR so 'decodable' = 'in a form the model's own machinery can read'.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WHAT WE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Two model sizes, on rented GPUs, against real exam-geometry prompts.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Models: Qwen2.5-7B (full precision) and Qwen2.5-32B (4-bit, to fit the GPU).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Prompts: GenExam geometry problems; the model writes constructions, we keep the valid ones.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Captured internal activations at all layers; trained probes for coordinates, angles, relations.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Ops: detached GPU runs, monitored every 20 min, crash-proofed for long unattended captures.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7F4B"/>
                </a:solidFill>
              </a:rPr>
              <a:t>RESULT 1 —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Scale clearly helps the task: 32B succeeds 2x as often as 7B.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Valid-construction rate:  7B = 20%   →   32B = 40%.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This is a generation-quality number — no probe involved, so it's rock-solid.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32B's errors are 'deeper' (geometry reference mistakes), not basic schema confusion.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1B7F4B"/>
                </a:solidFill>
              </a:rPr>
              <a:t>–  Takeaway: a bigger model is meaningfully better at producing correct geometry.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7F4B"/>
                </a:solidFill>
              </a:rPr>
              <a:t>RESULT 2 — SOLID (the headline finding)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model internally represents WHAT each point is — beyond just its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At the token naming a point, we can linearly decode its geometric ROLE: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midpoint / perpendicular / intersection / foot / ... 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Accuracy 0.70 (7B) to 0.86 (32B); +0.37 ABOVE a 'guess from the name alone' baseline.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1B7F4B"/>
                </a:solidFill>
              </a:rPr>
              <a:t>–  Holds up under leak-free evaluation, in BOTH model sizes — our most robust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7F4B"/>
                </a:solidFill>
              </a:rPr>
              <a:t>RESULT 3 — SOLID (causal)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model doesn't just store a value — it uses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Minimal pairs: 'angle = 60°' vs 'angle = 70°', identical otherwise.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We overwrite the model's internal vector at the angle, mid-computation.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The model's output flips 60 → 70 — so that representation causally drives behavior.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1B7F4B"/>
                </a:solidFill>
              </a:rPr>
              <a:t>–  Decoding shows info is PRESENT; patching shows it's USED. This is the stronger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56A00"/>
                </a:solidFill>
              </a:rPr>
              <a:t>WHAT WE WALKED BACK — and why that's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 code review caught a bug; we re-checked and dropped the over-claims.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Bug: the probe was accidentally trained &amp; tested on the SAME prompts (different samples) → it memorized.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After fixing it and re-running honestly: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B56A00"/>
                </a:solidFill>
              </a:rPr>
              <a:t>–  'Coordinate map' (R² 0.49) collapsed to ~0.15 — mostly memorization, not a real claim.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B56A00"/>
                </a:solidFill>
              </a:rPr>
              <a:t>–  'Angle' decoding became unstable — also not supported.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B7F4B"/>
                </a:solidFill>
              </a:rPr>
              <a:t>•  The relational-role result (Result 2) SURVIVED the fix. We corrected the writeup openly.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56A00"/>
                </a:solidFill>
              </a:rPr>
              <a:t>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real limit isn't the method — it's prompt diversity.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Every dataset had only 35–50 UNIQUE prompts.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We generated many samples per prompt — but that inflates counts, not variety.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Coarse facts (a point's role) generalize from few prompts; precise coordinates do not.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B56A00"/>
                </a:solidFill>
              </a:rPr>
              <a:t>–  To settle the 'coordinate map' question we need MANY MORE UNIQUE prompts, not more samples.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WHERE THIS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Concrete next steps, in priority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1. Capture with many more UNIQUE prompts (widen the geometry tiers / generate variants).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2. Re-run the full probe suite leak-free + multi-seed for error bars.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3. Extend causal patching from 'stated value' to the relational representation.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E"/>
                </a:solidFill>
              </a:rPr>
              <a:t>•  4. (Stretch) sparse-autoencoder features for interpretable geometric concepts.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B66"/>
                </a:solidFill>
              </a:rPr>
              <a:t>–  All code, tests, and methodology are committed and reproducible.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CA8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What we can say today —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1B7F4B"/>
                </a:solidFill>
              </a:rPr>
              <a:t>•  SOLID: bigger model does geometry 2x better (40% vs 20%).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B7F4B"/>
                </a:solidFill>
              </a:rPr>
              <a:t>•  SOLID: the model internally represents each point's geometric ROLE, beyond naming.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B7F4B"/>
                </a:solidFill>
              </a:rPr>
              <a:t>•  SOLID: it causally uses stated values (patching).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B56A00"/>
                </a:solidFill>
              </a:rPr>
              <a:t>•  OPEN: a precise internal coordinate 'map' — not yet supported; needs more unique prompts.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555B66"/>
                </a:solidFill>
              </a:rPr>
              <a:t>•  Built a tested, reproducible interpretability pipeline + an honest, self-correcting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